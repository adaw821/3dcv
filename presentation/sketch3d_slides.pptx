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mada\Desktop\sketch3d\report\figures\depth_exa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0"/>
            <a:ext cx="51508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40880" y="0"/>
            <a:ext cx="5150815" cy="6858000"/>
          </a:xfrm>
          <a:prstGeom prst="rect">
            <a:avLst/>
          </a:prstGeom>
          <a:solidFill>
            <a:srgbClr val="1A1D29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Sketch → 3D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58368" y="306324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pre-photograph scenes from hand-drawn sketches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Qiaopei</a:t>
            </a:r>
            <a:pPr indent="0" marL="0">
              <a:buNone/>
            </a:pPr>
            <a:r>
              <a:rPr lang="en-US" sz="1600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600" dirty="0">
                <a:solidFill>
                  <a:srgbClr val="E9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 Shiqi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" y="6126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Talwar &amp; Laasri, 3D Reconstruction from Sketches (arXiv:2505.14621)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reconstruct 3D from drawings?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are recent — countless streets and buildings survive only as drawings.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Lane: a London slum in Dickens’ Oliver Twist, long demolished. No photos exist — only 1800s engravings.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such sketches into a 3D street you can explore.</a:t>
            </a:r>
            <a:endParaRPr lang="en-US" sz="1800" dirty="0"/>
          </a:p>
        </p:txBody>
      </p:sp>
      <p:pic>
        <p:nvPicPr>
          <p:cNvPr id="5" name="Image 0" descr="C:\Users\imada\Desktop\sketch3d\data\fieldlane\field-lane-holborn-london-in-the-1840s-vividly-described-by-dickens-in-oliver-twist-this-engraving-has-the-names-of-fagin-and-scrooge-above-shop-fronts-2C84JE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645920"/>
            <a:ext cx="475488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5989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Lane engraving, 1840s (Holborn, London)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 &amp; its limits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pipeline (Talwar &amp; Laasri):  sketch → CycleGAN → MegaDepth → 3D surface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7F8FB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E882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 is fragile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Sketch→photo style transfer is sensitive to drawing style and needs training.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0248" y="22860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7F8FB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14600"/>
            <a:ext cx="640080" cy="640080"/>
          </a:xfrm>
          <a:prstGeom prst="ellipse">
            <a:avLst/>
          </a:prstGeom>
          <a:solidFill>
            <a:srgbClr val="E882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98848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MegaDepth is dated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98848" y="38404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2018 depth model is hard to deploy and trained only on outdoor photos.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1856" y="22860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7F8FB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0456" y="2514600"/>
            <a:ext cx="640080" cy="640080"/>
          </a:xfrm>
          <a:prstGeom prst="ellipse">
            <a:avLst/>
          </a:prstGeom>
          <a:solidFill>
            <a:srgbClr val="E882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0456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fails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0456" y="38404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sketches by feature matching “completely fails” on real drawings.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approach: three contributions</a:t>
            </a:r>
            <a:endParaRPr lang="en-US" sz="3000" dirty="0"/>
          </a:p>
        </p:txBody>
      </p:sp>
      <p:pic>
        <p:nvPicPr>
          <p:cNvPr id="4" name="Image 0" descr="C:\Users\imada\Desktop\sketch3d\report\figures\sketch_inp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45920"/>
            <a:ext cx="246888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493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0" y="1645920"/>
            <a:ext cx="640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pic>
        <p:nvPicPr>
          <p:cNvPr id="7" name="Image 1" descr="C:\Users\imada\Desktop\sketch3d\report\figures\depth_examp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31920" y="1645920"/>
            <a:ext cx="246888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1920" y="3493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0" y="1645920"/>
            <a:ext cx="640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pic>
        <p:nvPicPr>
          <p:cNvPr id="10" name="Image 2" descr="C:\Users\imada\Desktop\sketch3d\report\figures\recon_3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40880" y="1645920"/>
            <a:ext cx="2468880" cy="1828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40880" y="3493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surface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7C5CD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118872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depth + cleaning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CycleGAN; run Depth Anything V2 on the sketch, with a cleaning stage for real noisy drawings.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48640" y="4690872"/>
            <a:ext cx="502920" cy="502920"/>
          </a:xfrm>
          <a:prstGeom prst="ellipse">
            <a:avLst/>
          </a:prstGeom>
          <a:solidFill>
            <a:srgbClr val="7C5CD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188720" y="467258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Depth-space fusion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multiple sketches in depth space (not image stitching) — robust to style.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48640" y="5404104"/>
            <a:ext cx="502920" cy="502920"/>
          </a:xfrm>
          <a:prstGeom prst="ellipse">
            <a:avLst/>
          </a:prstGeom>
          <a:solidFill>
            <a:srgbClr val="7C5CD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188720" y="538581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viewer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Three.js viewer lifts the sketch into an explorable 3D surface.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depth + targeted cleaning</a:t>
            </a:r>
            <a:endParaRPr lang="en-US" sz="3000" dirty="0"/>
          </a:p>
        </p:txBody>
      </p:sp>
      <p:pic>
        <p:nvPicPr>
          <p:cNvPr id="4" name="Image 0" descr="C:\Users\imada\Desktop\sketch3d\report\figures\degrade_exa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949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sketch  →  realistic degradation  →  after our cleaning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589520" y="192024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Anything V2 (2024) reads the sketch directly — no CycleGAN needed.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targets real-world damage: denoise, illumination normalization, CLAHE.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undoes a specific corruption (noise / uneven light / low contrast).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Multi-sketch depth-space fusion</a:t>
            </a:r>
            <a:endParaRPr lang="en-US" sz="3000" dirty="0"/>
          </a:p>
        </p:txBody>
      </p:sp>
      <p:pic>
        <p:nvPicPr>
          <p:cNvPr id="4" name="Image 0" descr="C:\Users\imada\Desktop\sketch3d\outputs\fusion_comp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286000"/>
            <a:ext cx="749808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83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per-sketch depth (left, middle)  →  fused depth (right)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75320" y="2194560"/>
            <a:ext cx="3429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Image-space stitching fails on real sketches.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align in depth space with dense ECC registration (not sparse features).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confidence-weighted — tolerant of style differences, suppresses noise.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 useful negative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BF4EA"/>
          </a:solidFill>
          <a:ln w="12700">
            <a:solidFill>
              <a:srgbClr val="F0DE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0.94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depth vs. real-photo depth (no CycleGAN)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0248" y="18288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BF4EA"/>
          </a:solidFill>
          <a:ln w="12700">
            <a:solidFill>
              <a:srgbClr val="F0D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3128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 → 0.96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44568" y="2880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recovers degraded sketches (corr.)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1856" y="18288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BF4EA"/>
          </a:solidFill>
          <a:ln w="12700">
            <a:solidFill>
              <a:srgbClr val="F0DE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736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shading: cut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66176" y="2880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showed synthetic shading hurts — we removed 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no 3D ground truth for drawings, so we compare to the real photo’s depth via paired (photo, sketch) data.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 strong foundation model is enough — the fragile style-transfer step is unnecessary.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honestly ablated our own idea (shading) and dropped it when it didn’t help.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Lane: the original scene, rebuilt</a:t>
            </a:r>
            <a:endParaRPr lang="en-US" sz="3000" dirty="0"/>
          </a:p>
        </p:txBody>
      </p:sp>
      <p:pic>
        <p:nvPicPr>
          <p:cNvPr id="4" name="Image 0" descr="C:\Users\imada\Desktop\sketch3d\report\figures\fieldla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713232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20116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1840s engravings by different artists.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different line styles, dense alignment + depth fusion give one coherent street.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figures are near; the alley recedes into depth.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it live in the Three.js viewer.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D7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2024 foundation depth model removes the fragile CycleGAN step (r = 0.94 vs. photo depth).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D7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measurably restores fidelity on degraded, real-world sketches.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D7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in depth space succeeds where image stitching fails — shown on real Field Lane engravings.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D7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ablation removed a component (synthetic shading) that did not help.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D7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viewer lets anyone explore the reconstructed 3D street.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 metric depth  ·  occlusion completion  ·  optional ControlNet for highly stylized drawings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2026-06-01T05:39:12Z</dcterms:created>
  <dcterms:modified xsi:type="dcterms:W3CDTF">2026-06-01T05:39:12Z</dcterms:modified>
</cp:coreProperties>
</file>